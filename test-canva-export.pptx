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>
  <p:sldSz cx="12192000" cy="6858000"/>
</p:presentation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rPr lang="en-US">
                <a:latin typeface="Montserrat"/>
              </a:rPr>
              <a:t>Test deck</a:t>
            </a:r>
          </a:p>
        </p:txBody>
      </p:sp>
      <p:sp>
        <p:spPr>
          <a:gradFill/>
        </p:spPr>
        <p:txBody>
          <a:p>
            <a:r>
              <a:rPr lang="en-US">
                <a:latin typeface="Canva Sans"/>
              </a:rPr>
              <a:t>Second box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/>
  </p:cSld>
</p:sld>
</file>